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sti Singh" userId="1908d33bda8a3b8a" providerId="LiveId" clId="{4137EA8B-9DC6-4890-A36B-9A1A1954B4B5}"/>
    <pc:docChg chg="custSel modSld">
      <pc:chgData name="Shristi Singh" userId="1908d33bda8a3b8a" providerId="LiveId" clId="{4137EA8B-9DC6-4890-A36B-9A1A1954B4B5}" dt="2026-07-13T03:36:44.159" v="0" actId="21"/>
      <pc:docMkLst>
        <pc:docMk/>
      </pc:docMkLst>
      <pc:sldChg chg="delSp mod delAnim">
        <pc:chgData name="Shristi Singh" userId="1908d33bda8a3b8a" providerId="LiveId" clId="{4137EA8B-9DC6-4890-A36B-9A1A1954B4B5}" dt="2026-07-13T03:36:44.159" v="0" actId="21"/>
        <pc:sldMkLst>
          <pc:docMk/>
          <pc:sldMk cId="1150268299" sldId="256"/>
        </pc:sldMkLst>
        <pc:picChg chg="del">
          <ac:chgData name="Shristi Singh" userId="1908d33bda8a3b8a" providerId="LiveId" clId="{4137EA8B-9DC6-4890-A36B-9A1A1954B4B5}" dt="2026-07-13T03:36:44.159" v="0" actId="21"/>
          <ac:picMkLst>
            <pc:docMk/>
            <pc:sldMk cId="1150268299" sldId="256"/>
            <ac:picMk id="4" creationId="{FF45FD91-32B4-05A8-4A8D-5C568CFD76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2A16-62EB-7598-8330-08F2E554C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65510-69B9-E424-CF33-772B6E170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6D907-C309-D40D-54C1-05CF6F5E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39D12-EE6B-F816-715E-309D8B53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90287-7B0B-02FF-5410-87FE7719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2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F443-6041-9B4D-00A3-78450A98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8D6D-38B8-878F-0A1D-F1B3F49C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840CD-779C-1A69-4F59-801A0B7C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EA6E-FDDA-341F-F614-89E7A660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3B59-4130-81C5-433C-57C8F780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8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2BC6-8E38-76B3-D280-61DCC677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7CD0-29AF-2D56-05E9-89B8482BC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15D3-8733-8C65-0682-EDC34CBA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EE52B-C710-A223-9182-967F719E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78316-9476-4ED5-58C9-A71293D5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8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8820-E184-AAE1-383D-83D8D83F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0B02-D5B8-AE3C-76E9-3645C899B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4DB42-9AED-48FD-D142-5316AB045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42CF9-A601-4BFA-6C68-51CEBC64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A45DE-8F44-EE3F-038E-602ECE24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A1BD0-BB6C-0FF2-B905-52C44A73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3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B62E-D627-3462-FF32-CAC5B842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1C523-4CB1-EBF5-1582-2992FB34C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2A2D5-4FFC-25AA-269F-4FA38E11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BF024-26C6-C455-E00E-E9237A8B1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7B87E-477D-8DFE-F5CE-F944688F0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09613-C8DB-A635-F305-A328E616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031BE-6304-BABC-0549-E042BCBD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4B9A6-E2F5-A295-8762-E3215852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44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752F-936C-09BF-FF4E-B3AFDAEB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925E1-F930-4717-42FE-A40FE800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20F46-8C7A-1169-98DF-7343F150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4B9F4-A6C2-CAEF-E0F7-3CACD9B9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20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732C0-A573-A165-2685-7C456BC7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DBFAB-328A-2EBA-6A53-C80A31C72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BCDD6-05A9-37A9-1AB4-72BBEF4F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0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5CC2-3606-0333-11CF-91C3E526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2AEBD-C748-1BC8-73B6-6E5E0B31E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27A6F-BC0D-94AD-E96C-E1A31D0EC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51B15-6C6D-B9C8-495E-90C98FB1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CBD32-4408-ACD0-9B51-1CFB5A0F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338E4-89AE-D091-464A-B7FFCD9F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90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4829-C375-57EE-7257-6CA0AD19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E27347-0F26-0180-36C4-268A4F795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672EE-F207-B091-FE51-F377AEE5B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083A7-BBFE-A681-9125-82EB7C88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F949E-866D-9464-497A-D4C2F52D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4539E-3B55-264F-A5BB-F6DA830A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39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0AD0-6EE7-C2A0-29BF-5BD23F03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82350-D99D-C684-EF09-BAAD87D3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9BB0-D391-A404-2AAD-45169D30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3DAD2-BCA3-5855-81EE-1C94D5C6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E65D3-E8B1-27A6-ED6F-B12440FC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0963E-ADA9-0F82-1A0E-616D961A1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6EEB9-DE53-612C-C56F-079B4D9D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8B336-316A-8D38-688F-C4AB4ABE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E533E-B029-2F64-8F09-13731F9A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9262-9F70-2193-DFA8-8AE115BF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5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17109-E15A-D56C-E0C9-B30CFA3A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ABB65-3F62-9E88-6DD5-78949542D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6ACF-EA08-1E4A-E340-439082256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D8E18-2661-417D-97A5-B7417FF54B62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6DA7-5E49-D26C-646A-6AE8F70AC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E6B5C-48AC-AE62-8338-E912ADC05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79B4C-FE00-4AF1-8228-4B8565A5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4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DFE6-ED78-4A50-B38D-15E7B04BF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F8F47-35C5-8E9E-D6C7-389DBFE0A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26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88"/>
    </mc:Choice>
    <mc:Fallback xmlns="">
      <p:transition spd="slow" advTm="5558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Shristi Singh</dc:creator>
  <cp:lastModifiedBy>Shristi Singh</cp:lastModifiedBy>
  <cp:revision>1</cp:revision>
  <dcterms:created xsi:type="dcterms:W3CDTF">2026-07-13T03:27:30Z</dcterms:created>
  <dcterms:modified xsi:type="dcterms:W3CDTF">2026-07-13T03:36:55Z</dcterms:modified>
</cp:coreProperties>
</file>